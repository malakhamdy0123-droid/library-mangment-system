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5F05D-534C-452E-AE13-1C528DFF551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62102-BC4D-4611-A9CC-A7A70C235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7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صباح</a:t>
            </a:r>
            <a:r>
              <a:rPr lang="en-US" dirty="0"/>
              <a:t> </a:t>
            </a:r>
            <a:r>
              <a:rPr lang="en-US" dirty="0" err="1"/>
              <a:t>الخير</a:t>
            </a:r>
            <a:r>
              <a:rPr lang="en-US" dirty="0"/>
              <a:t>، </a:t>
            </a:r>
            <a:r>
              <a:rPr lang="en-US" dirty="0" err="1"/>
              <a:t>إحنا</a:t>
            </a:r>
            <a:r>
              <a:rPr lang="en-US" dirty="0"/>
              <a:t> </a:t>
            </a:r>
            <a:r>
              <a:rPr lang="en-US" dirty="0" err="1"/>
              <a:t>النهارده</a:t>
            </a:r>
            <a:r>
              <a:rPr lang="en-US" dirty="0"/>
              <a:t> </a:t>
            </a:r>
            <a:r>
              <a:rPr lang="en-US" dirty="0" err="1"/>
              <a:t>هنعرض</a:t>
            </a:r>
            <a:r>
              <a:rPr lang="en-US" dirty="0"/>
              <a:t> </a:t>
            </a:r>
            <a:r>
              <a:rPr lang="en-US" dirty="0" err="1"/>
              <a:t>مشروعنا</a:t>
            </a:r>
            <a:r>
              <a:rPr lang="en-US" dirty="0"/>
              <a:t> </a:t>
            </a:r>
            <a:r>
              <a:rPr lang="en-US" dirty="0" err="1"/>
              <a:t>اللي</a:t>
            </a:r>
            <a:r>
              <a:rPr lang="en-US" dirty="0"/>
              <a:t> </a:t>
            </a:r>
            <a:r>
              <a:rPr lang="en-US" dirty="0" err="1"/>
              <a:t>اسمه</a:t>
            </a:r>
            <a:r>
              <a:rPr lang="en-US" dirty="0"/>
              <a:t> Library Management System،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نظام</a:t>
            </a:r>
            <a:r>
              <a:rPr lang="en-US" dirty="0"/>
              <a:t> </a:t>
            </a:r>
            <a:r>
              <a:rPr lang="en-US" dirty="0" err="1"/>
              <a:t>إدارة</a:t>
            </a:r>
            <a:r>
              <a:rPr lang="en-US" dirty="0"/>
              <a:t> </a:t>
            </a:r>
            <a:r>
              <a:rPr lang="en-US" dirty="0" err="1"/>
              <a:t>المكتبات</a:t>
            </a:r>
            <a:r>
              <a:rPr lang="en-US" dirty="0"/>
              <a:t>.</a:t>
            </a:r>
          </a:p>
          <a:p>
            <a:r>
              <a:rPr lang="en-US" dirty="0" err="1"/>
              <a:t>فكرة</a:t>
            </a:r>
            <a:r>
              <a:rPr lang="en-US" dirty="0"/>
              <a:t> </a:t>
            </a:r>
            <a:r>
              <a:rPr lang="en-US" dirty="0" err="1"/>
              <a:t>المشروع</a:t>
            </a:r>
            <a:r>
              <a:rPr lang="en-US" dirty="0"/>
              <a:t> </a:t>
            </a:r>
            <a:r>
              <a:rPr lang="en-US" dirty="0" err="1"/>
              <a:t>هي</a:t>
            </a:r>
            <a:r>
              <a:rPr lang="en-US" dirty="0"/>
              <a:t> </a:t>
            </a:r>
            <a:r>
              <a:rPr lang="en-US" dirty="0" err="1"/>
              <a:t>إنشاء</a:t>
            </a:r>
            <a:r>
              <a:rPr lang="en-US" dirty="0"/>
              <a:t> </a:t>
            </a:r>
            <a:r>
              <a:rPr lang="en-US" dirty="0" err="1"/>
              <a:t>نظام</a:t>
            </a:r>
            <a:r>
              <a:rPr lang="en-US" dirty="0"/>
              <a:t> </a:t>
            </a:r>
            <a:r>
              <a:rPr lang="en-US" dirty="0" err="1"/>
              <a:t>رقمي</a:t>
            </a:r>
            <a:r>
              <a:rPr lang="en-US" dirty="0"/>
              <a:t> </a:t>
            </a:r>
            <a:r>
              <a:rPr lang="en-US" dirty="0" err="1"/>
              <a:t>يساعد</a:t>
            </a:r>
            <a:r>
              <a:rPr lang="en-US" dirty="0"/>
              <a:t> </a:t>
            </a:r>
            <a:r>
              <a:rPr lang="en-US" dirty="0" err="1"/>
              <a:t>المكتبات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تنظيم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، </a:t>
            </a:r>
            <a:r>
              <a:rPr lang="en-US" dirty="0" err="1"/>
              <a:t>وتسجيل</a:t>
            </a:r>
            <a:r>
              <a:rPr lang="en-US" dirty="0"/>
              <a:t> </a:t>
            </a:r>
            <a:r>
              <a:rPr lang="en-US" dirty="0" err="1"/>
              <a:t>بياناتها</a:t>
            </a:r>
            <a:r>
              <a:rPr lang="en-US" dirty="0"/>
              <a:t>، </a:t>
            </a:r>
            <a:r>
              <a:rPr lang="en-US" dirty="0" err="1"/>
              <a:t>والبحث</a:t>
            </a:r>
            <a:r>
              <a:rPr lang="en-US" dirty="0"/>
              <a:t> </a:t>
            </a:r>
            <a:r>
              <a:rPr lang="en-US" dirty="0" err="1"/>
              <a:t>عنها</a:t>
            </a:r>
            <a:r>
              <a:rPr lang="en-US" dirty="0"/>
              <a:t>، </a:t>
            </a:r>
            <a:r>
              <a:rPr lang="en-US" dirty="0" err="1"/>
              <a:t>ومتابعة</a:t>
            </a:r>
            <a:r>
              <a:rPr lang="en-US" dirty="0"/>
              <a:t> </a:t>
            </a:r>
            <a:r>
              <a:rPr lang="en-US" dirty="0" err="1"/>
              <a:t>عمليات</a:t>
            </a:r>
            <a:r>
              <a:rPr lang="en-US" dirty="0"/>
              <a:t> </a:t>
            </a:r>
            <a:r>
              <a:rPr lang="en-US" dirty="0" err="1"/>
              <a:t>الاستعارة</a:t>
            </a:r>
            <a:r>
              <a:rPr lang="en-US" dirty="0"/>
              <a:t> </a:t>
            </a:r>
            <a:r>
              <a:rPr lang="en-US" dirty="0" err="1"/>
              <a:t>والإرجاع</a:t>
            </a:r>
            <a:r>
              <a:rPr lang="en-US" dirty="0"/>
              <a:t> </a:t>
            </a:r>
            <a:r>
              <a:rPr lang="en-US" dirty="0" err="1"/>
              <a:t>بدل</a:t>
            </a:r>
            <a:r>
              <a:rPr lang="en-US" dirty="0"/>
              <a:t> </a:t>
            </a:r>
            <a:r>
              <a:rPr lang="en-US" dirty="0" err="1"/>
              <a:t>الاعتماد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التسجيل</a:t>
            </a:r>
            <a:r>
              <a:rPr lang="en-US" dirty="0"/>
              <a:t> </a:t>
            </a:r>
            <a:r>
              <a:rPr lang="en-US" dirty="0" err="1"/>
              <a:t>اليدوي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.</a:t>
            </a:r>
          </a:p>
          <a:p>
            <a:r>
              <a:rPr lang="en-US" dirty="0" err="1"/>
              <a:t>هدفنا</a:t>
            </a:r>
            <a:r>
              <a:rPr lang="en-US" dirty="0"/>
              <a:t> </a:t>
            </a:r>
            <a:r>
              <a:rPr lang="en-US" dirty="0" err="1"/>
              <a:t>إن</a:t>
            </a:r>
            <a:r>
              <a:rPr lang="en-US" dirty="0"/>
              <a:t> </a:t>
            </a:r>
            <a:r>
              <a:rPr lang="en-US" dirty="0" err="1"/>
              <a:t>إدارة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 </a:t>
            </a:r>
            <a:r>
              <a:rPr lang="en-US" dirty="0" err="1"/>
              <a:t>تكون</a:t>
            </a:r>
            <a:r>
              <a:rPr lang="en-US" dirty="0"/>
              <a:t> </a:t>
            </a:r>
            <a:r>
              <a:rPr lang="en-US" dirty="0" err="1"/>
              <a:t>أسهل</a:t>
            </a:r>
            <a:r>
              <a:rPr lang="en-US" dirty="0"/>
              <a:t>، </a:t>
            </a:r>
            <a:r>
              <a:rPr lang="en-US" dirty="0" err="1"/>
              <a:t>وإن</a:t>
            </a:r>
            <a:r>
              <a:rPr lang="en-US" dirty="0"/>
              <a:t> </a:t>
            </a:r>
            <a:r>
              <a:rPr lang="en-US" dirty="0" err="1"/>
              <a:t>الوصول</a:t>
            </a:r>
            <a:r>
              <a:rPr lang="en-US" dirty="0"/>
              <a:t> </a:t>
            </a:r>
            <a:r>
              <a:rPr lang="en-US" dirty="0" err="1"/>
              <a:t>للمعلومات</a:t>
            </a:r>
            <a:r>
              <a:rPr lang="en-US" dirty="0"/>
              <a:t> </a:t>
            </a:r>
            <a:r>
              <a:rPr lang="en-US" dirty="0" err="1"/>
              <a:t>يكون</a:t>
            </a:r>
            <a:r>
              <a:rPr lang="en-US" dirty="0"/>
              <a:t> </a:t>
            </a:r>
            <a:r>
              <a:rPr lang="en-US" dirty="0" err="1"/>
              <a:t>أسرع</a:t>
            </a:r>
            <a:r>
              <a:rPr lang="en-US" dirty="0"/>
              <a:t> </a:t>
            </a:r>
            <a:r>
              <a:rPr lang="en-US" dirty="0" err="1"/>
              <a:t>وأكثر</a:t>
            </a:r>
            <a:r>
              <a:rPr lang="en-US" dirty="0"/>
              <a:t> </a:t>
            </a:r>
            <a:r>
              <a:rPr lang="en-US" dirty="0" err="1"/>
              <a:t>تنظيمًا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2102-BC4D-4611-A9CC-A7A70C2357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85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المشكلة</a:t>
            </a:r>
            <a:r>
              <a:rPr lang="en-US" dirty="0"/>
              <a:t> </a:t>
            </a:r>
            <a:r>
              <a:rPr lang="en-US" dirty="0" err="1"/>
              <a:t>اللي</a:t>
            </a:r>
            <a:r>
              <a:rPr lang="en-US" dirty="0"/>
              <a:t> </a:t>
            </a:r>
            <a:r>
              <a:rPr lang="en-US" dirty="0" err="1"/>
              <a:t>ركزنا</a:t>
            </a:r>
            <a:r>
              <a:rPr lang="en-US" dirty="0"/>
              <a:t> </a:t>
            </a:r>
            <a:r>
              <a:rPr lang="en-US" dirty="0" err="1"/>
              <a:t>عليها</a:t>
            </a:r>
            <a:r>
              <a:rPr lang="en-US" dirty="0"/>
              <a:t> </a:t>
            </a:r>
            <a:r>
              <a:rPr lang="en-US" dirty="0" err="1"/>
              <a:t>هي</a:t>
            </a:r>
            <a:r>
              <a:rPr lang="en-US" dirty="0"/>
              <a:t> </a:t>
            </a:r>
            <a:r>
              <a:rPr lang="en-US" dirty="0" err="1"/>
              <a:t>صعوبة</a:t>
            </a:r>
            <a:r>
              <a:rPr lang="en-US" dirty="0"/>
              <a:t> </a:t>
            </a:r>
            <a:r>
              <a:rPr lang="en-US" dirty="0" err="1"/>
              <a:t>تنظيم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 </a:t>
            </a:r>
            <a:r>
              <a:rPr lang="en-US" dirty="0" err="1"/>
              <a:t>ومتابعة</a:t>
            </a:r>
            <a:r>
              <a:rPr lang="en-US" dirty="0"/>
              <a:t> </a:t>
            </a:r>
            <a:r>
              <a:rPr lang="en-US" dirty="0" err="1"/>
              <a:t>استعارتها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بعض</a:t>
            </a:r>
            <a:r>
              <a:rPr lang="en-US" dirty="0"/>
              <a:t> </a:t>
            </a:r>
            <a:r>
              <a:rPr lang="en-US" dirty="0" err="1"/>
              <a:t>المكتبات</a:t>
            </a:r>
            <a:r>
              <a:rPr lang="en-US" dirty="0"/>
              <a:t>، </a:t>
            </a:r>
            <a:r>
              <a:rPr lang="en-US" dirty="0" err="1"/>
              <a:t>خصوصًا</a:t>
            </a:r>
            <a:r>
              <a:rPr lang="en-US" dirty="0"/>
              <a:t> </a:t>
            </a:r>
            <a:r>
              <a:rPr lang="en-US" dirty="0" err="1"/>
              <a:t>لما</a:t>
            </a:r>
            <a:r>
              <a:rPr lang="en-US" dirty="0"/>
              <a:t> </a:t>
            </a:r>
            <a:r>
              <a:rPr lang="en-US" dirty="0" err="1"/>
              <a:t>تكون</a:t>
            </a:r>
            <a:r>
              <a:rPr lang="en-US" dirty="0"/>
              <a:t> </a:t>
            </a:r>
            <a:r>
              <a:rPr lang="en-US" dirty="0" err="1"/>
              <a:t>المعلومات</a:t>
            </a:r>
            <a:r>
              <a:rPr lang="en-US" dirty="0"/>
              <a:t> </a:t>
            </a:r>
            <a:r>
              <a:rPr lang="en-US" dirty="0" err="1"/>
              <a:t>موزعة</a:t>
            </a:r>
            <a:r>
              <a:rPr lang="en-US" dirty="0"/>
              <a:t>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متسجلة</a:t>
            </a:r>
            <a:r>
              <a:rPr lang="en-US" dirty="0"/>
              <a:t> </a:t>
            </a:r>
            <a:r>
              <a:rPr lang="en-US" dirty="0" err="1"/>
              <a:t>يدويًا</a:t>
            </a:r>
            <a:r>
              <a:rPr lang="en-US" dirty="0"/>
              <a:t>.</a:t>
            </a:r>
          </a:p>
          <a:p>
            <a:r>
              <a:rPr lang="en-US" dirty="0" err="1"/>
              <a:t>مثلًا</a:t>
            </a:r>
            <a:r>
              <a:rPr lang="en-US" dirty="0"/>
              <a:t>، </a:t>
            </a:r>
            <a:r>
              <a:rPr lang="en-US" dirty="0" err="1"/>
              <a:t>ممكن</a:t>
            </a:r>
            <a:r>
              <a:rPr lang="en-US" dirty="0"/>
              <a:t> </a:t>
            </a:r>
            <a:r>
              <a:rPr lang="en-US" dirty="0" err="1"/>
              <a:t>الطالب</a:t>
            </a:r>
            <a:r>
              <a:rPr lang="en-US" dirty="0"/>
              <a:t> </a:t>
            </a:r>
            <a:r>
              <a:rPr lang="en-US" dirty="0" err="1"/>
              <a:t>يحتاج</a:t>
            </a:r>
            <a:r>
              <a:rPr lang="en-US" dirty="0"/>
              <a:t> </a:t>
            </a:r>
            <a:r>
              <a:rPr lang="en-US" dirty="0" err="1"/>
              <a:t>كتابًا</a:t>
            </a:r>
            <a:r>
              <a:rPr lang="en-US" dirty="0"/>
              <a:t> </a:t>
            </a:r>
            <a:r>
              <a:rPr lang="en-US" dirty="0" err="1"/>
              <a:t>معينًا</a:t>
            </a:r>
            <a:r>
              <a:rPr lang="en-US" dirty="0"/>
              <a:t>، </a:t>
            </a:r>
            <a:r>
              <a:rPr lang="en-US" dirty="0" err="1"/>
              <a:t>ويكون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الصعب</a:t>
            </a:r>
            <a:r>
              <a:rPr lang="en-US" dirty="0"/>
              <a:t> </a:t>
            </a:r>
            <a:r>
              <a:rPr lang="en-US" dirty="0" err="1"/>
              <a:t>معرفة</a:t>
            </a:r>
            <a:r>
              <a:rPr lang="en-US" dirty="0"/>
              <a:t> </a:t>
            </a:r>
            <a:r>
              <a:rPr lang="en-US" dirty="0" err="1"/>
              <a:t>إذا</a:t>
            </a:r>
            <a:r>
              <a:rPr lang="en-US" dirty="0"/>
              <a:t> </a:t>
            </a:r>
            <a:r>
              <a:rPr lang="en-US" dirty="0" err="1"/>
              <a:t>كان</a:t>
            </a:r>
            <a:r>
              <a:rPr lang="en-US" dirty="0"/>
              <a:t> </a:t>
            </a:r>
            <a:r>
              <a:rPr lang="en-US" dirty="0" err="1"/>
              <a:t>متاحًا</a:t>
            </a:r>
            <a:r>
              <a:rPr lang="en-US" dirty="0"/>
              <a:t>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مستعارًا</a:t>
            </a:r>
            <a:r>
              <a:rPr lang="en-US" dirty="0"/>
              <a:t>،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ممكن</a:t>
            </a:r>
            <a:r>
              <a:rPr lang="en-US" dirty="0"/>
              <a:t> </a:t>
            </a:r>
            <a:r>
              <a:rPr lang="en-US" dirty="0" err="1"/>
              <a:t>يحصل</a:t>
            </a:r>
            <a:r>
              <a:rPr lang="en-US" dirty="0"/>
              <a:t> </a:t>
            </a:r>
            <a:r>
              <a:rPr lang="en-US" dirty="0" err="1"/>
              <a:t>تأخير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الوصول</a:t>
            </a:r>
            <a:r>
              <a:rPr lang="en-US" dirty="0"/>
              <a:t>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الكتاب</a:t>
            </a:r>
            <a:r>
              <a:rPr lang="en-US" dirty="0"/>
              <a:t>.</a:t>
            </a:r>
          </a:p>
          <a:p>
            <a:r>
              <a:rPr lang="en-US" dirty="0" err="1"/>
              <a:t>علشان</a:t>
            </a:r>
            <a:r>
              <a:rPr lang="en-US" dirty="0"/>
              <a:t> </a:t>
            </a:r>
            <a:r>
              <a:rPr lang="en-US" dirty="0" err="1"/>
              <a:t>كده</a:t>
            </a:r>
            <a:r>
              <a:rPr lang="en-US" dirty="0"/>
              <a:t> </a:t>
            </a:r>
            <a:r>
              <a:rPr lang="en-US" dirty="0" err="1"/>
              <a:t>فكرنا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نظام</a:t>
            </a:r>
            <a:r>
              <a:rPr lang="en-US" dirty="0"/>
              <a:t> </a:t>
            </a:r>
            <a:r>
              <a:rPr lang="en-US" dirty="0" err="1"/>
              <a:t>يجمع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مكان</a:t>
            </a:r>
            <a:r>
              <a:rPr lang="en-US" dirty="0"/>
              <a:t> </a:t>
            </a:r>
            <a:r>
              <a:rPr lang="en-US" dirty="0" err="1"/>
              <a:t>واحد</a:t>
            </a:r>
            <a:r>
              <a:rPr lang="en-US" dirty="0"/>
              <a:t>، </a:t>
            </a:r>
            <a:r>
              <a:rPr lang="en-US" dirty="0" err="1"/>
              <a:t>ويساعد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البحث</a:t>
            </a:r>
            <a:r>
              <a:rPr lang="en-US" dirty="0"/>
              <a:t> </a:t>
            </a:r>
            <a:r>
              <a:rPr lang="en-US" dirty="0" err="1"/>
              <a:t>عنها</a:t>
            </a:r>
            <a:r>
              <a:rPr lang="en-US" dirty="0"/>
              <a:t> </a:t>
            </a:r>
            <a:r>
              <a:rPr lang="en-US" dirty="0" err="1"/>
              <a:t>وتنظيم</a:t>
            </a:r>
            <a:r>
              <a:rPr lang="en-US" dirty="0"/>
              <a:t> </a:t>
            </a:r>
            <a:r>
              <a:rPr lang="en-US" dirty="0" err="1"/>
              <a:t>عمليات</a:t>
            </a:r>
            <a:r>
              <a:rPr lang="en-US" dirty="0"/>
              <a:t> </a:t>
            </a:r>
            <a:r>
              <a:rPr lang="en-US" dirty="0" err="1"/>
              <a:t>الاستعارة</a:t>
            </a:r>
            <a:r>
              <a:rPr lang="en-US" dirty="0"/>
              <a:t> </a:t>
            </a:r>
            <a:r>
              <a:rPr lang="en-US" dirty="0" err="1"/>
              <a:t>والإرجاع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2102-BC4D-4611-A9CC-A7A70C2357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65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الحل</a:t>
            </a:r>
            <a:r>
              <a:rPr lang="en-US" dirty="0"/>
              <a:t> </a:t>
            </a:r>
            <a:r>
              <a:rPr lang="en-US" dirty="0" err="1"/>
              <a:t>اللي</a:t>
            </a:r>
            <a:r>
              <a:rPr lang="en-US" dirty="0"/>
              <a:t> </a:t>
            </a:r>
            <a:r>
              <a:rPr lang="en-US" dirty="0" err="1"/>
              <a:t>قدمناه</a:t>
            </a:r>
            <a:r>
              <a:rPr lang="en-US" dirty="0"/>
              <a:t> </a:t>
            </a:r>
            <a:r>
              <a:rPr lang="en-US" dirty="0" err="1"/>
              <a:t>هو</a:t>
            </a:r>
            <a:r>
              <a:rPr lang="en-US" dirty="0"/>
              <a:t> Library Management System، </a:t>
            </a:r>
            <a:r>
              <a:rPr lang="en-US" dirty="0" err="1"/>
              <a:t>وهو</a:t>
            </a:r>
            <a:r>
              <a:rPr lang="en-US" dirty="0"/>
              <a:t> </a:t>
            </a:r>
            <a:r>
              <a:rPr lang="en-US" dirty="0" err="1"/>
              <a:t>نظام</a:t>
            </a:r>
            <a:r>
              <a:rPr lang="en-US" dirty="0"/>
              <a:t> </a:t>
            </a:r>
            <a:r>
              <a:rPr lang="en-US" dirty="0" err="1"/>
              <a:t>لإدارة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 </a:t>
            </a:r>
            <a:r>
              <a:rPr lang="en-US" dirty="0" err="1"/>
              <a:t>وتنظيم</a:t>
            </a:r>
            <a:r>
              <a:rPr lang="en-US" dirty="0"/>
              <a:t> </a:t>
            </a:r>
            <a:r>
              <a:rPr lang="en-US" dirty="0" err="1"/>
              <a:t>العمليات</a:t>
            </a:r>
            <a:r>
              <a:rPr lang="en-US" dirty="0"/>
              <a:t> </a:t>
            </a:r>
            <a:r>
              <a:rPr lang="en-US" dirty="0" err="1"/>
              <a:t>الأساسية</a:t>
            </a:r>
            <a:r>
              <a:rPr lang="en-US" dirty="0"/>
              <a:t> </a:t>
            </a:r>
            <a:r>
              <a:rPr lang="en-US" dirty="0" err="1"/>
              <a:t>المتعلقة</a:t>
            </a:r>
            <a:r>
              <a:rPr lang="en-US" dirty="0"/>
              <a:t> </a:t>
            </a:r>
            <a:r>
              <a:rPr lang="en-US" dirty="0" err="1"/>
              <a:t>بيها</a:t>
            </a:r>
            <a:r>
              <a:rPr lang="en-US" dirty="0"/>
              <a:t>.</a:t>
            </a:r>
          </a:p>
          <a:p>
            <a:r>
              <a:rPr lang="en-US" dirty="0" err="1"/>
              <a:t>النظام</a:t>
            </a:r>
            <a:r>
              <a:rPr lang="en-US" dirty="0"/>
              <a:t> </a:t>
            </a:r>
            <a:r>
              <a:rPr lang="en-US" dirty="0" err="1"/>
              <a:t>بيعتمد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قاعدة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لتخزين</a:t>
            </a:r>
            <a:r>
              <a:rPr lang="en-US" dirty="0"/>
              <a:t> </a:t>
            </a:r>
            <a:r>
              <a:rPr lang="en-US" dirty="0" err="1"/>
              <a:t>معلومات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، </a:t>
            </a:r>
            <a:r>
              <a:rPr lang="en-US" dirty="0" err="1"/>
              <a:t>زي</a:t>
            </a:r>
            <a:r>
              <a:rPr lang="en-US" dirty="0"/>
              <a:t> </a:t>
            </a:r>
            <a:r>
              <a:rPr lang="en-US" dirty="0" err="1"/>
              <a:t>اسم</a:t>
            </a:r>
            <a:r>
              <a:rPr lang="en-US" dirty="0"/>
              <a:t> </a:t>
            </a:r>
            <a:r>
              <a:rPr lang="en-US" dirty="0" err="1"/>
              <a:t>الكتاب</a:t>
            </a:r>
            <a:r>
              <a:rPr lang="en-US" dirty="0"/>
              <a:t> </a:t>
            </a:r>
            <a:r>
              <a:rPr lang="en-US" dirty="0" err="1"/>
              <a:t>واسم</a:t>
            </a:r>
            <a:r>
              <a:rPr lang="en-US" dirty="0"/>
              <a:t> </a:t>
            </a:r>
            <a:r>
              <a:rPr lang="en-US" dirty="0" err="1"/>
              <a:t>المؤلف</a:t>
            </a:r>
            <a:r>
              <a:rPr lang="en-US" dirty="0"/>
              <a:t> </a:t>
            </a:r>
            <a:r>
              <a:rPr lang="en-US" dirty="0" err="1"/>
              <a:t>وعدد</a:t>
            </a:r>
            <a:r>
              <a:rPr lang="en-US" dirty="0"/>
              <a:t> </a:t>
            </a:r>
            <a:r>
              <a:rPr lang="en-US" dirty="0" err="1"/>
              <a:t>النسخ</a:t>
            </a:r>
            <a:r>
              <a:rPr lang="en-US" dirty="0"/>
              <a:t>.</a:t>
            </a:r>
          </a:p>
          <a:p>
            <a:r>
              <a:rPr lang="en-US" dirty="0" err="1"/>
              <a:t>طريقة</a:t>
            </a:r>
            <a:r>
              <a:rPr lang="en-US" dirty="0"/>
              <a:t> </a:t>
            </a:r>
            <a:r>
              <a:rPr lang="en-US" dirty="0" err="1"/>
              <a:t>العمل</a:t>
            </a:r>
            <a:r>
              <a:rPr lang="en-US" dirty="0"/>
              <a:t> </a:t>
            </a:r>
            <a:r>
              <a:rPr lang="en-US" dirty="0" err="1"/>
              <a:t>بتبدأ</a:t>
            </a:r>
            <a:r>
              <a:rPr lang="en-US" dirty="0"/>
              <a:t> </a:t>
            </a:r>
            <a:r>
              <a:rPr lang="en-US" dirty="0" err="1"/>
              <a:t>بإضافة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، </a:t>
            </a:r>
            <a:r>
              <a:rPr lang="en-US" dirty="0" err="1"/>
              <a:t>وبعد</a:t>
            </a:r>
            <a:r>
              <a:rPr lang="en-US" dirty="0"/>
              <a:t> </a:t>
            </a:r>
            <a:r>
              <a:rPr lang="en-US" dirty="0" err="1"/>
              <a:t>كده</a:t>
            </a:r>
            <a:r>
              <a:rPr lang="en-US" dirty="0"/>
              <a:t> </a:t>
            </a:r>
            <a:r>
              <a:rPr lang="en-US" dirty="0" err="1"/>
              <a:t>نقدر</a:t>
            </a:r>
            <a:r>
              <a:rPr lang="en-US" dirty="0"/>
              <a:t> </a:t>
            </a:r>
            <a:r>
              <a:rPr lang="en-US" dirty="0" err="1"/>
              <a:t>نعرض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 </a:t>
            </a:r>
            <a:r>
              <a:rPr lang="en-US" dirty="0" err="1"/>
              <a:t>وندور</a:t>
            </a:r>
            <a:r>
              <a:rPr lang="en-US" dirty="0"/>
              <a:t> </a:t>
            </a:r>
            <a:r>
              <a:rPr lang="en-US" dirty="0" err="1"/>
              <a:t>عليها</a:t>
            </a:r>
            <a:r>
              <a:rPr lang="en-US" dirty="0"/>
              <a:t>، </a:t>
            </a:r>
            <a:r>
              <a:rPr lang="en-US" dirty="0" err="1"/>
              <a:t>وندير</a:t>
            </a:r>
            <a:r>
              <a:rPr lang="en-US" dirty="0"/>
              <a:t> </a:t>
            </a:r>
            <a:r>
              <a:rPr lang="en-US" dirty="0" err="1"/>
              <a:t>عمليات</a:t>
            </a:r>
            <a:r>
              <a:rPr lang="en-US" dirty="0"/>
              <a:t> </a:t>
            </a:r>
            <a:r>
              <a:rPr lang="en-US" dirty="0" err="1"/>
              <a:t>الاستعارة</a:t>
            </a:r>
            <a:r>
              <a:rPr lang="en-US" dirty="0"/>
              <a:t> </a:t>
            </a:r>
            <a:r>
              <a:rPr lang="en-US" dirty="0" err="1"/>
              <a:t>والإرجاع</a:t>
            </a:r>
            <a:r>
              <a:rPr lang="en-US" dirty="0"/>
              <a:t> </a:t>
            </a:r>
            <a:r>
              <a:rPr lang="en-US" dirty="0" err="1"/>
              <a:t>حسب</a:t>
            </a:r>
            <a:r>
              <a:rPr lang="en-US" dirty="0"/>
              <a:t> </a:t>
            </a:r>
            <a:r>
              <a:rPr lang="en-US" dirty="0" err="1"/>
              <a:t>الوظائف</a:t>
            </a:r>
            <a:r>
              <a:rPr lang="en-US" dirty="0"/>
              <a:t> </a:t>
            </a:r>
            <a:r>
              <a:rPr lang="en-US" dirty="0" err="1"/>
              <a:t>الموجودة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النظام</a:t>
            </a:r>
            <a:r>
              <a:rPr lang="en-US" dirty="0"/>
              <a:t>.</a:t>
            </a:r>
          </a:p>
          <a:p>
            <a:r>
              <a:rPr lang="en-US" dirty="0" err="1"/>
              <a:t>اخترنا</a:t>
            </a:r>
            <a:r>
              <a:rPr lang="en-US" dirty="0"/>
              <a:t> </a:t>
            </a:r>
            <a:r>
              <a:rPr lang="en-US" dirty="0" err="1"/>
              <a:t>الحل</a:t>
            </a:r>
            <a:r>
              <a:rPr lang="en-US" dirty="0"/>
              <a:t> </a:t>
            </a:r>
            <a:r>
              <a:rPr lang="en-US" dirty="0" err="1"/>
              <a:t>الرقمي</a:t>
            </a:r>
            <a:r>
              <a:rPr lang="en-US" dirty="0"/>
              <a:t> </a:t>
            </a:r>
            <a:r>
              <a:rPr lang="en-US" dirty="0" err="1"/>
              <a:t>لأنه</a:t>
            </a:r>
            <a:r>
              <a:rPr lang="en-US" dirty="0"/>
              <a:t> </a:t>
            </a:r>
            <a:r>
              <a:rPr lang="en-US" dirty="0" err="1"/>
              <a:t>بيساعد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تنظيم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وتسهيل</a:t>
            </a:r>
            <a:r>
              <a:rPr lang="en-US" dirty="0"/>
              <a:t> </a:t>
            </a:r>
            <a:r>
              <a:rPr lang="en-US" dirty="0" err="1"/>
              <a:t>الوصول</a:t>
            </a:r>
            <a:r>
              <a:rPr lang="en-US" dirty="0"/>
              <a:t> </a:t>
            </a:r>
            <a:r>
              <a:rPr lang="en-US" dirty="0" err="1"/>
              <a:t>ليها</a:t>
            </a:r>
            <a:r>
              <a:rPr lang="en-US" dirty="0"/>
              <a:t> </a:t>
            </a:r>
            <a:r>
              <a:rPr lang="en-US" dirty="0" err="1"/>
              <a:t>وتحديثها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2102-BC4D-4611-A9CC-A7A70C2357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الفئات</a:t>
            </a:r>
            <a:r>
              <a:rPr lang="en-US" dirty="0"/>
              <a:t> </a:t>
            </a:r>
            <a:r>
              <a:rPr lang="en-US" dirty="0" err="1"/>
              <a:t>المستهدفة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المشروع</a:t>
            </a:r>
            <a:r>
              <a:rPr lang="en-US" dirty="0"/>
              <a:t> </a:t>
            </a:r>
            <a:r>
              <a:rPr lang="en-US" dirty="0" err="1"/>
              <a:t>هي</a:t>
            </a:r>
            <a:r>
              <a:rPr lang="en-US" dirty="0"/>
              <a:t> </a:t>
            </a:r>
            <a:r>
              <a:rPr lang="en-US" dirty="0" err="1"/>
              <a:t>المكتبات</a:t>
            </a:r>
            <a:r>
              <a:rPr lang="en-US" dirty="0"/>
              <a:t> </a:t>
            </a:r>
            <a:r>
              <a:rPr lang="en-US" dirty="0" err="1"/>
              <a:t>الصغيرة</a:t>
            </a:r>
            <a:r>
              <a:rPr lang="en-US" dirty="0"/>
              <a:t>، </a:t>
            </a:r>
            <a:r>
              <a:rPr lang="en-US" dirty="0" err="1"/>
              <a:t>ومكتبات</a:t>
            </a:r>
            <a:r>
              <a:rPr lang="en-US" dirty="0"/>
              <a:t> </a:t>
            </a:r>
            <a:r>
              <a:rPr lang="en-US" dirty="0" err="1"/>
              <a:t>المدارس</a:t>
            </a:r>
            <a:r>
              <a:rPr lang="en-US" dirty="0"/>
              <a:t> </a:t>
            </a:r>
            <a:r>
              <a:rPr lang="en-US" dirty="0" err="1"/>
              <a:t>والجامعات</a:t>
            </a:r>
            <a:r>
              <a:rPr lang="en-US" dirty="0"/>
              <a:t>، </a:t>
            </a:r>
            <a:r>
              <a:rPr lang="en-US" dirty="0" err="1"/>
              <a:t>والمكتبات</a:t>
            </a:r>
            <a:r>
              <a:rPr lang="en-US" dirty="0"/>
              <a:t> </a:t>
            </a:r>
            <a:r>
              <a:rPr lang="en-US" dirty="0" err="1"/>
              <a:t>المجتمعية</a:t>
            </a:r>
            <a:r>
              <a:rPr lang="en-US" dirty="0"/>
              <a:t>.</a:t>
            </a:r>
          </a:p>
          <a:p>
            <a:r>
              <a:rPr lang="en-US" dirty="0" err="1"/>
              <a:t>ممكن</a:t>
            </a:r>
            <a:r>
              <a:rPr lang="en-US" dirty="0"/>
              <a:t> </a:t>
            </a:r>
            <a:r>
              <a:rPr lang="en-US" dirty="0" err="1"/>
              <a:t>نوصل</a:t>
            </a:r>
            <a:r>
              <a:rPr lang="en-US" dirty="0"/>
              <a:t> </a:t>
            </a:r>
            <a:r>
              <a:rPr lang="en-US" dirty="0" err="1"/>
              <a:t>للمستخدمين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خلال</a:t>
            </a:r>
            <a:r>
              <a:rPr lang="en-US" dirty="0"/>
              <a:t> </a:t>
            </a:r>
            <a:r>
              <a:rPr lang="en-US" dirty="0" err="1"/>
              <a:t>عرض</a:t>
            </a:r>
            <a:r>
              <a:rPr lang="en-US" dirty="0"/>
              <a:t> </a:t>
            </a:r>
            <a:r>
              <a:rPr lang="en-US" dirty="0" err="1"/>
              <a:t>النظام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المؤسسات</a:t>
            </a:r>
            <a:r>
              <a:rPr lang="en-US" dirty="0"/>
              <a:t> </a:t>
            </a:r>
            <a:r>
              <a:rPr lang="en-US" dirty="0" err="1"/>
              <a:t>التعليمية</a:t>
            </a:r>
            <a:r>
              <a:rPr lang="en-US" dirty="0"/>
              <a:t>، </a:t>
            </a:r>
            <a:r>
              <a:rPr lang="en-US" dirty="0" err="1"/>
              <a:t>وتقديم</a:t>
            </a:r>
            <a:r>
              <a:rPr lang="en-US" dirty="0"/>
              <a:t> </a:t>
            </a:r>
            <a:r>
              <a:rPr lang="en-US" dirty="0" err="1"/>
              <a:t>تجربة</a:t>
            </a:r>
            <a:r>
              <a:rPr lang="en-US" dirty="0"/>
              <a:t> </a:t>
            </a:r>
            <a:r>
              <a:rPr lang="en-US" dirty="0" err="1"/>
              <a:t>عملية</a:t>
            </a:r>
            <a:r>
              <a:rPr lang="en-US" dirty="0"/>
              <a:t> </a:t>
            </a:r>
            <a:r>
              <a:rPr lang="en-US" dirty="0" err="1"/>
              <a:t>للمكتبات</a:t>
            </a:r>
            <a:r>
              <a:rPr lang="en-US" dirty="0"/>
              <a:t> </a:t>
            </a:r>
            <a:r>
              <a:rPr lang="en-US" dirty="0" err="1"/>
              <a:t>المهتمة</a:t>
            </a:r>
            <a:r>
              <a:rPr lang="en-US" dirty="0"/>
              <a:t>.</a:t>
            </a:r>
          </a:p>
          <a:p>
            <a:r>
              <a:rPr lang="en-US" dirty="0" err="1"/>
              <a:t>الموارد</a:t>
            </a:r>
            <a:r>
              <a:rPr lang="en-US" dirty="0"/>
              <a:t> </a:t>
            </a:r>
            <a:r>
              <a:rPr lang="en-US" dirty="0" err="1"/>
              <a:t>الأساسية</a:t>
            </a:r>
            <a:r>
              <a:rPr lang="en-US" dirty="0"/>
              <a:t> </a:t>
            </a:r>
            <a:r>
              <a:rPr lang="en-US" dirty="0" err="1"/>
              <a:t>هي</a:t>
            </a:r>
            <a:r>
              <a:rPr lang="en-US" dirty="0"/>
              <a:t> </a:t>
            </a:r>
            <a:r>
              <a:rPr lang="en-US" dirty="0" err="1"/>
              <a:t>التطبيق</a:t>
            </a:r>
            <a:r>
              <a:rPr lang="en-US" dirty="0"/>
              <a:t> </a:t>
            </a:r>
            <a:r>
              <a:rPr lang="en-US" dirty="0" err="1"/>
              <a:t>وقاعدة</a:t>
            </a:r>
            <a:r>
              <a:rPr lang="en-US" dirty="0"/>
              <a:t> </a:t>
            </a:r>
            <a:r>
              <a:rPr lang="en-US" dirty="0" err="1"/>
              <a:t>البيانات</a:t>
            </a:r>
            <a:r>
              <a:rPr lang="en-US" dirty="0"/>
              <a:t> </a:t>
            </a:r>
            <a:r>
              <a:rPr lang="en-US" dirty="0" err="1"/>
              <a:t>وفريق</a:t>
            </a:r>
            <a:r>
              <a:rPr lang="en-US" dirty="0"/>
              <a:t> </a:t>
            </a:r>
            <a:r>
              <a:rPr lang="en-US" dirty="0" err="1"/>
              <a:t>التطوير</a:t>
            </a:r>
            <a:r>
              <a:rPr lang="en-US" dirty="0"/>
              <a:t>، </a:t>
            </a:r>
            <a:r>
              <a:rPr lang="en-US" dirty="0" err="1"/>
              <a:t>بالإضافة</a:t>
            </a:r>
            <a:r>
              <a:rPr lang="en-US" dirty="0"/>
              <a:t>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مكتبة</a:t>
            </a:r>
            <a:r>
              <a:rPr lang="en-US" dirty="0"/>
              <a:t> </a:t>
            </a:r>
            <a:r>
              <a:rPr lang="en-US" dirty="0" err="1"/>
              <a:t>ممكن</a:t>
            </a:r>
            <a:r>
              <a:rPr lang="en-US" dirty="0"/>
              <a:t> </a:t>
            </a:r>
            <a:r>
              <a:rPr lang="en-US" dirty="0" err="1"/>
              <a:t>نجرّب</a:t>
            </a:r>
            <a:r>
              <a:rPr lang="en-US" dirty="0"/>
              <a:t> </a:t>
            </a:r>
            <a:r>
              <a:rPr lang="en-US" dirty="0" err="1"/>
              <a:t>النظام</a:t>
            </a:r>
            <a:r>
              <a:rPr lang="en-US" dirty="0"/>
              <a:t> </a:t>
            </a:r>
            <a:r>
              <a:rPr lang="en-US" dirty="0" err="1"/>
              <a:t>فيها</a:t>
            </a:r>
            <a:r>
              <a:rPr lang="en-US" dirty="0"/>
              <a:t>.</a:t>
            </a:r>
          </a:p>
          <a:p>
            <a:r>
              <a:rPr lang="en-US" dirty="0" err="1"/>
              <a:t>ومن</a:t>
            </a:r>
            <a:r>
              <a:rPr lang="en-US" dirty="0"/>
              <a:t> </a:t>
            </a:r>
            <a:r>
              <a:rPr lang="en-US" dirty="0" err="1"/>
              <a:t>الناحية</a:t>
            </a:r>
            <a:r>
              <a:rPr lang="en-US" dirty="0"/>
              <a:t> </a:t>
            </a:r>
            <a:r>
              <a:rPr lang="en-US" dirty="0" err="1"/>
              <a:t>التجارية</a:t>
            </a:r>
            <a:r>
              <a:rPr lang="en-US" dirty="0"/>
              <a:t>، </a:t>
            </a:r>
            <a:r>
              <a:rPr lang="en-US" dirty="0" err="1"/>
              <a:t>ممكن</a:t>
            </a:r>
            <a:r>
              <a:rPr lang="en-US" dirty="0"/>
              <a:t> </a:t>
            </a:r>
            <a:r>
              <a:rPr lang="en-US" dirty="0" err="1"/>
              <a:t>مستقبلًا</a:t>
            </a:r>
            <a:r>
              <a:rPr lang="en-US" dirty="0"/>
              <a:t> </a:t>
            </a:r>
            <a:r>
              <a:rPr lang="en-US" dirty="0" err="1"/>
              <a:t>تقديم</a:t>
            </a:r>
            <a:r>
              <a:rPr lang="en-US" dirty="0"/>
              <a:t> </a:t>
            </a:r>
            <a:r>
              <a:rPr lang="en-US" dirty="0" err="1"/>
              <a:t>النظام</a:t>
            </a:r>
            <a:r>
              <a:rPr lang="en-US" dirty="0"/>
              <a:t> </a:t>
            </a:r>
            <a:r>
              <a:rPr lang="en-US" dirty="0" err="1"/>
              <a:t>باشتراك</a:t>
            </a:r>
            <a:r>
              <a:rPr lang="en-US" dirty="0"/>
              <a:t>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مقابل</a:t>
            </a:r>
            <a:r>
              <a:rPr lang="en-US" dirty="0"/>
              <a:t> </a:t>
            </a:r>
            <a:r>
              <a:rPr lang="en-US" dirty="0" err="1"/>
              <a:t>رسوم</a:t>
            </a:r>
            <a:r>
              <a:rPr lang="en-US" dirty="0"/>
              <a:t> </a:t>
            </a:r>
            <a:r>
              <a:rPr lang="en-US" dirty="0" err="1"/>
              <a:t>للمؤسسات</a:t>
            </a:r>
            <a:r>
              <a:rPr lang="en-US" dirty="0"/>
              <a:t> </a:t>
            </a:r>
            <a:r>
              <a:rPr lang="en-US" dirty="0" err="1"/>
              <a:t>التي</a:t>
            </a:r>
            <a:r>
              <a:rPr lang="en-US" dirty="0"/>
              <a:t> </a:t>
            </a:r>
            <a:r>
              <a:rPr lang="en-US" dirty="0" err="1"/>
              <a:t>تحتاج</a:t>
            </a:r>
            <a:r>
              <a:rPr lang="en-US" dirty="0"/>
              <a:t>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استخدامه</a:t>
            </a:r>
            <a:r>
              <a:rPr lang="en-US" dirty="0"/>
              <a:t>، </a:t>
            </a:r>
            <a:r>
              <a:rPr lang="en-US" dirty="0" err="1"/>
              <a:t>لكن</a:t>
            </a:r>
            <a:r>
              <a:rPr lang="en-US" dirty="0"/>
              <a:t> </a:t>
            </a:r>
            <a:r>
              <a:rPr lang="en-US" dirty="0" err="1"/>
              <a:t>ده</a:t>
            </a:r>
            <a:r>
              <a:rPr lang="en-US" dirty="0"/>
              <a:t> </a:t>
            </a:r>
            <a:r>
              <a:rPr lang="en-US" dirty="0" err="1"/>
              <a:t>محتاج</a:t>
            </a:r>
            <a:r>
              <a:rPr lang="en-US" dirty="0"/>
              <a:t> </a:t>
            </a:r>
            <a:r>
              <a:rPr lang="en-US" dirty="0" err="1"/>
              <a:t>دراسة</a:t>
            </a:r>
            <a:r>
              <a:rPr lang="en-US" dirty="0"/>
              <a:t> </a:t>
            </a:r>
            <a:r>
              <a:rPr lang="en-US" dirty="0" err="1"/>
              <a:t>للتكاليف</a:t>
            </a:r>
            <a:r>
              <a:rPr lang="en-US" dirty="0"/>
              <a:t> </a:t>
            </a:r>
            <a:r>
              <a:rPr lang="en-US" dirty="0" err="1"/>
              <a:t>والسعر</a:t>
            </a:r>
            <a:r>
              <a:rPr lang="en-US" dirty="0"/>
              <a:t> </a:t>
            </a:r>
            <a:r>
              <a:rPr lang="en-US" dirty="0" err="1"/>
              <a:t>المناسب</a:t>
            </a:r>
            <a:r>
              <a:rPr lang="en-US" dirty="0"/>
              <a:t> </a:t>
            </a:r>
            <a:r>
              <a:rPr lang="en-US" dirty="0" err="1"/>
              <a:t>قبل</a:t>
            </a:r>
            <a:r>
              <a:rPr lang="en-US" dirty="0"/>
              <a:t> </a:t>
            </a:r>
            <a:r>
              <a:rPr lang="en-US" dirty="0" err="1"/>
              <a:t>تحديد</a:t>
            </a:r>
            <a:r>
              <a:rPr lang="en-US" dirty="0"/>
              <a:t> </a:t>
            </a:r>
            <a:r>
              <a:rPr lang="en-US" dirty="0" err="1"/>
              <a:t>أي</a:t>
            </a:r>
            <a:r>
              <a:rPr lang="en-US" dirty="0"/>
              <a:t> </a:t>
            </a:r>
            <a:r>
              <a:rPr lang="en-US" dirty="0" err="1"/>
              <a:t>أرقام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2102-BC4D-4611-A9CC-A7A70C2357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75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الجزء</a:t>
            </a:r>
            <a:r>
              <a:rPr lang="en-US" dirty="0"/>
              <a:t> </a:t>
            </a:r>
            <a:r>
              <a:rPr lang="en-US" dirty="0" err="1"/>
              <a:t>ده</a:t>
            </a:r>
            <a:r>
              <a:rPr lang="en-US" dirty="0"/>
              <a:t> </a:t>
            </a:r>
            <a:r>
              <a:rPr lang="en-US" dirty="0" err="1"/>
              <a:t>بنعرض</a:t>
            </a:r>
            <a:r>
              <a:rPr lang="en-US" dirty="0"/>
              <a:t> </a:t>
            </a:r>
            <a:r>
              <a:rPr lang="en-US" dirty="0" err="1"/>
              <a:t>النموذج</a:t>
            </a:r>
            <a:r>
              <a:rPr lang="en-US" dirty="0"/>
              <a:t> </a:t>
            </a:r>
            <a:r>
              <a:rPr lang="en-US" dirty="0" err="1"/>
              <a:t>الأولي</a:t>
            </a:r>
            <a:r>
              <a:rPr lang="en-US" dirty="0"/>
              <a:t> </a:t>
            </a:r>
            <a:r>
              <a:rPr lang="en-US" dirty="0" err="1"/>
              <a:t>للمشروع</a:t>
            </a:r>
            <a:r>
              <a:rPr lang="en-US" dirty="0"/>
              <a:t>، </a:t>
            </a:r>
            <a:r>
              <a:rPr lang="en-US" dirty="0" err="1"/>
              <a:t>وبنوضح</a:t>
            </a:r>
            <a:r>
              <a:rPr lang="en-US" dirty="0"/>
              <a:t> </a:t>
            </a:r>
            <a:r>
              <a:rPr lang="en-US" dirty="0" err="1"/>
              <a:t>إزاي</a:t>
            </a:r>
            <a:r>
              <a:rPr lang="en-US" dirty="0"/>
              <a:t> </a:t>
            </a:r>
            <a:r>
              <a:rPr lang="en-US" dirty="0" err="1"/>
              <a:t>النظام</a:t>
            </a:r>
            <a:r>
              <a:rPr lang="en-US" dirty="0"/>
              <a:t> </a:t>
            </a:r>
            <a:r>
              <a:rPr lang="en-US" dirty="0" err="1"/>
              <a:t>بيتعامل</a:t>
            </a:r>
            <a:r>
              <a:rPr lang="en-US" dirty="0"/>
              <a:t> </a:t>
            </a:r>
            <a:r>
              <a:rPr lang="en-US" dirty="0" err="1"/>
              <a:t>مع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.</a:t>
            </a:r>
          </a:p>
          <a:p>
            <a:r>
              <a:rPr lang="en-US" dirty="0" err="1"/>
              <a:t>استخدمنا</a:t>
            </a:r>
            <a:r>
              <a:rPr lang="en-US" dirty="0"/>
              <a:t> </a:t>
            </a:r>
            <a:r>
              <a:rPr lang="en-US" dirty="0" err="1"/>
              <a:t>قاعدة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لتخزين</a:t>
            </a:r>
            <a:r>
              <a:rPr lang="en-US" dirty="0"/>
              <a:t> </a:t>
            </a:r>
            <a:r>
              <a:rPr lang="en-US" dirty="0" err="1"/>
              <a:t>المعلومات</a:t>
            </a:r>
            <a:r>
              <a:rPr lang="en-US" dirty="0"/>
              <a:t>، </a:t>
            </a:r>
            <a:r>
              <a:rPr lang="en-US" dirty="0" err="1"/>
              <a:t>وطورنا</a:t>
            </a:r>
            <a:r>
              <a:rPr lang="en-US" dirty="0"/>
              <a:t> Backend </a:t>
            </a:r>
            <a:r>
              <a:rPr lang="en-US" dirty="0" err="1"/>
              <a:t>لتنفيذ</a:t>
            </a:r>
            <a:r>
              <a:rPr lang="en-US" dirty="0"/>
              <a:t> </a:t>
            </a:r>
            <a:r>
              <a:rPr lang="en-US" dirty="0" err="1"/>
              <a:t>العمليات</a:t>
            </a:r>
            <a:r>
              <a:rPr lang="en-US" dirty="0"/>
              <a:t> </a:t>
            </a:r>
            <a:r>
              <a:rPr lang="en-US" dirty="0" err="1"/>
              <a:t>المطلوبة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خلال</a:t>
            </a:r>
            <a:r>
              <a:rPr lang="en-US" dirty="0"/>
              <a:t> </a:t>
            </a:r>
            <a:r>
              <a:rPr lang="en-US" dirty="0" err="1"/>
              <a:t>ال</a:t>
            </a:r>
            <a:r>
              <a:rPr lang="en-US" dirty="0"/>
              <a:t>ـ API.</a:t>
            </a:r>
          </a:p>
          <a:p>
            <a:r>
              <a:rPr lang="en-US" dirty="0" err="1"/>
              <a:t>ومن</a:t>
            </a:r>
            <a:r>
              <a:rPr lang="en-US" dirty="0"/>
              <a:t> </a:t>
            </a:r>
            <a:r>
              <a:rPr lang="en-US" dirty="0" err="1"/>
              <a:t>خلال</a:t>
            </a:r>
            <a:r>
              <a:rPr lang="en-US" dirty="0"/>
              <a:t> </a:t>
            </a:r>
            <a:r>
              <a:rPr lang="en-US" dirty="0" err="1"/>
              <a:t>الصور</a:t>
            </a:r>
            <a:r>
              <a:rPr lang="en-US" dirty="0"/>
              <a:t>، </a:t>
            </a:r>
            <a:r>
              <a:rPr lang="en-US" dirty="0" err="1"/>
              <a:t>هنوضح</a:t>
            </a:r>
            <a:r>
              <a:rPr lang="en-US" dirty="0"/>
              <a:t> </a:t>
            </a:r>
            <a:r>
              <a:rPr lang="en-US" dirty="0" err="1"/>
              <a:t>أمثلة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 </a:t>
            </a:r>
            <a:r>
              <a:rPr lang="en-US" dirty="0" err="1"/>
              <a:t>وطريقة</a:t>
            </a:r>
            <a:r>
              <a:rPr lang="en-US" dirty="0"/>
              <a:t> </a:t>
            </a:r>
            <a:r>
              <a:rPr lang="en-US" dirty="0" err="1"/>
              <a:t>التعامل</a:t>
            </a:r>
            <a:r>
              <a:rPr lang="en-US" dirty="0"/>
              <a:t> </a:t>
            </a:r>
            <a:r>
              <a:rPr lang="en-US" dirty="0" err="1"/>
              <a:t>معاها</a:t>
            </a:r>
            <a:r>
              <a:rPr lang="en-US" dirty="0"/>
              <a:t>. </a:t>
            </a:r>
            <a:r>
              <a:rPr lang="en-US" dirty="0" err="1"/>
              <a:t>وده</a:t>
            </a:r>
            <a:r>
              <a:rPr lang="en-US" dirty="0"/>
              <a:t> </a:t>
            </a:r>
            <a:r>
              <a:rPr lang="en-US" dirty="0" err="1"/>
              <a:t>بيساعدنا</a:t>
            </a:r>
            <a:r>
              <a:rPr lang="en-US" dirty="0"/>
              <a:t> </a:t>
            </a:r>
            <a:r>
              <a:rPr lang="en-US" dirty="0" err="1"/>
              <a:t>نعرض</a:t>
            </a:r>
            <a:r>
              <a:rPr lang="en-US" dirty="0"/>
              <a:t> </a:t>
            </a:r>
            <a:r>
              <a:rPr lang="en-US" dirty="0" err="1"/>
              <a:t>الجانب</a:t>
            </a:r>
            <a:r>
              <a:rPr lang="en-US" dirty="0"/>
              <a:t> </a:t>
            </a:r>
            <a:r>
              <a:rPr lang="en-US" dirty="0" err="1"/>
              <a:t>العملي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المشروع</a:t>
            </a:r>
            <a:r>
              <a:rPr lang="en-US" dirty="0"/>
              <a:t>، </a:t>
            </a:r>
            <a:r>
              <a:rPr lang="en-US" dirty="0" err="1"/>
              <a:t>مش</a:t>
            </a:r>
            <a:r>
              <a:rPr lang="en-US" dirty="0"/>
              <a:t> </a:t>
            </a:r>
            <a:r>
              <a:rPr lang="en-US" dirty="0" err="1"/>
              <a:t>الفكرة</a:t>
            </a:r>
            <a:r>
              <a:rPr lang="en-US" dirty="0"/>
              <a:t> </a:t>
            </a:r>
            <a:r>
              <a:rPr lang="en-US" dirty="0" err="1"/>
              <a:t>النظرية</a:t>
            </a:r>
            <a:r>
              <a:rPr lang="en-US" dirty="0"/>
              <a:t> </a:t>
            </a:r>
            <a:r>
              <a:rPr lang="en-US" dirty="0" err="1"/>
              <a:t>بس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2102-BC4D-4611-A9CC-A7A70C2357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31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إحنا</a:t>
            </a:r>
            <a:r>
              <a:rPr lang="en-US" dirty="0"/>
              <a:t> </a:t>
            </a:r>
            <a:r>
              <a:rPr lang="en-US" dirty="0" err="1"/>
              <a:t>فريق</a:t>
            </a:r>
            <a:r>
              <a:rPr lang="en-US" dirty="0"/>
              <a:t> </a:t>
            </a:r>
            <a:r>
              <a:rPr lang="en-US" dirty="0" err="1"/>
              <a:t>مكوّن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شخصين</a:t>
            </a:r>
            <a:r>
              <a:rPr lang="en-US" dirty="0"/>
              <a:t>، </a:t>
            </a:r>
            <a:r>
              <a:rPr lang="en-US" dirty="0" err="1"/>
              <a:t>واشتغلنا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تطوير</a:t>
            </a:r>
            <a:r>
              <a:rPr lang="en-US" dirty="0"/>
              <a:t> </a:t>
            </a:r>
            <a:r>
              <a:rPr lang="en-US" dirty="0" err="1"/>
              <a:t>مشروع</a:t>
            </a:r>
            <a:r>
              <a:rPr lang="en-US" dirty="0"/>
              <a:t> Library Management System </a:t>
            </a:r>
            <a:r>
              <a:rPr lang="en-US" dirty="0" err="1"/>
              <a:t>بهدف</a:t>
            </a:r>
            <a:r>
              <a:rPr lang="en-US" dirty="0"/>
              <a:t> </a:t>
            </a:r>
            <a:r>
              <a:rPr lang="en-US" dirty="0" err="1"/>
              <a:t>تقديم</a:t>
            </a:r>
            <a:r>
              <a:rPr lang="en-US" dirty="0"/>
              <a:t> </a:t>
            </a:r>
            <a:r>
              <a:rPr lang="en-US" dirty="0" err="1"/>
              <a:t>حل</a:t>
            </a:r>
            <a:r>
              <a:rPr lang="en-US" dirty="0"/>
              <a:t> </a:t>
            </a:r>
            <a:r>
              <a:rPr lang="en-US" dirty="0" err="1"/>
              <a:t>رقمي</a:t>
            </a:r>
            <a:r>
              <a:rPr lang="en-US" dirty="0"/>
              <a:t> </a:t>
            </a:r>
            <a:r>
              <a:rPr lang="en-US" dirty="0" err="1"/>
              <a:t>لتنظيم</a:t>
            </a:r>
            <a:r>
              <a:rPr lang="en-US" dirty="0"/>
              <a:t> </a:t>
            </a:r>
            <a:r>
              <a:rPr lang="en-US" dirty="0" err="1"/>
              <a:t>إدارة</a:t>
            </a:r>
            <a:r>
              <a:rPr lang="en-US" dirty="0"/>
              <a:t> </a:t>
            </a:r>
            <a:r>
              <a:rPr lang="en-US" dirty="0" err="1"/>
              <a:t>الكتب</a:t>
            </a:r>
            <a:r>
              <a:rPr lang="en-US" dirty="0"/>
              <a:t>.</a:t>
            </a:r>
          </a:p>
          <a:p>
            <a:r>
              <a:rPr lang="en-US" dirty="0" err="1"/>
              <a:t>الخطوة</a:t>
            </a:r>
            <a:r>
              <a:rPr lang="en-US" dirty="0"/>
              <a:t> </a:t>
            </a:r>
            <a:r>
              <a:rPr lang="en-US" dirty="0" err="1"/>
              <a:t>القادمة</a:t>
            </a:r>
            <a:r>
              <a:rPr lang="en-US" dirty="0"/>
              <a:t> </a:t>
            </a:r>
            <a:r>
              <a:rPr lang="en-US" dirty="0" err="1"/>
              <a:t>بالنسبة</a:t>
            </a:r>
            <a:r>
              <a:rPr lang="en-US" dirty="0"/>
              <a:t> </a:t>
            </a:r>
            <a:r>
              <a:rPr lang="en-US" dirty="0" err="1"/>
              <a:t>لنا</a:t>
            </a:r>
            <a:r>
              <a:rPr lang="en-US" dirty="0"/>
              <a:t> </a:t>
            </a:r>
            <a:r>
              <a:rPr lang="en-US" dirty="0" err="1"/>
              <a:t>هي</a:t>
            </a:r>
            <a:r>
              <a:rPr lang="en-US" dirty="0"/>
              <a:t> </a:t>
            </a:r>
            <a:r>
              <a:rPr lang="en-US" dirty="0" err="1"/>
              <a:t>تجربة</a:t>
            </a:r>
            <a:r>
              <a:rPr lang="en-US" dirty="0"/>
              <a:t> </a:t>
            </a:r>
            <a:r>
              <a:rPr lang="en-US" dirty="0" err="1"/>
              <a:t>النظام</a:t>
            </a:r>
            <a:r>
              <a:rPr lang="en-US" dirty="0"/>
              <a:t> </a:t>
            </a:r>
            <a:r>
              <a:rPr lang="en-US" dirty="0" err="1"/>
              <a:t>مع</a:t>
            </a:r>
            <a:r>
              <a:rPr lang="en-US" dirty="0"/>
              <a:t> </a:t>
            </a:r>
            <a:r>
              <a:rPr lang="en-US" dirty="0" err="1"/>
              <a:t>مجموعة</a:t>
            </a:r>
            <a:r>
              <a:rPr lang="en-US" dirty="0"/>
              <a:t> </a:t>
            </a:r>
            <a:r>
              <a:rPr lang="en-US" dirty="0" err="1"/>
              <a:t>صغيرة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المستخدمين</a:t>
            </a:r>
            <a:r>
              <a:rPr lang="en-US" dirty="0"/>
              <a:t>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dirty="0" err="1"/>
              <a:t>مكتبة</a:t>
            </a:r>
            <a:r>
              <a:rPr lang="en-US" dirty="0"/>
              <a:t> </a:t>
            </a:r>
            <a:r>
              <a:rPr lang="en-US" dirty="0" err="1"/>
              <a:t>فعلية</a:t>
            </a:r>
            <a:r>
              <a:rPr lang="en-US" dirty="0"/>
              <a:t>، </a:t>
            </a:r>
            <a:r>
              <a:rPr lang="en-US" dirty="0" err="1"/>
              <a:t>وجمع</a:t>
            </a:r>
            <a:r>
              <a:rPr lang="en-US" dirty="0"/>
              <a:t> </a:t>
            </a:r>
            <a:r>
              <a:rPr lang="en-US" dirty="0" err="1"/>
              <a:t>ملاحظاتهم</a:t>
            </a:r>
            <a:r>
              <a:rPr lang="en-US" dirty="0"/>
              <a:t> </a:t>
            </a:r>
            <a:r>
              <a:rPr lang="en-US" dirty="0" err="1"/>
              <a:t>علشان</a:t>
            </a:r>
            <a:r>
              <a:rPr lang="en-US" dirty="0"/>
              <a:t> </a:t>
            </a:r>
            <a:r>
              <a:rPr lang="en-US" dirty="0" err="1"/>
              <a:t>نعرف</a:t>
            </a:r>
            <a:r>
              <a:rPr lang="en-US" dirty="0"/>
              <a:t> </a:t>
            </a:r>
            <a:r>
              <a:rPr lang="en-US" dirty="0" err="1"/>
              <a:t>إيه</a:t>
            </a:r>
            <a:r>
              <a:rPr lang="en-US" dirty="0"/>
              <a:t> </a:t>
            </a:r>
            <a:r>
              <a:rPr lang="en-US" dirty="0" err="1"/>
              <a:t>الوظائف</a:t>
            </a:r>
            <a:r>
              <a:rPr lang="en-US" dirty="0"/>
              <a:t> </a:t>
            </a:r>
            <a:r>
              <a:rPr lang="en-US" dirty="0" err="1"/>
              <a:t>اللي</a:t>
            </a:r>
            <a:r>
              <a:rPr lang="en-US" dirty="0"/>
              <a:t> </a:t>
            </a:r>
            <a:r>
              <a:rPr lang="en-US" dirty="0" err="1"/>
              <a:t>محتاجة</a:t>
            </a:r>
            <a:r>
              <a:rPr lang="en-US" dirty="0"/>
              <a:t> </a:t>
            </a:r>
            <a:r>
              <a:rPr lang="en-US" dirty="0" err="1"/>
              <a:t>تحسين</a:t>
            </a:r>
            <a:r>
              <a:rPr lang="en-US" dirty="0"/>
              <a:t>.</a:t>
            </a:r>
          </a:p>
          <a:p>
            <a:r>
              <a:rPr lang="en-US" dirty="0" err="1"/>
              <a:t>وبناءً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التجربة</a:t>
            </a:r>
            <a:r>
              <a:rPr lang="en-US" dirty="0"/>
              <a:t>، </a:t>
            </a:r>
            <a:r>
              <a:rPr lang="en-US" dirty="0" err="1"/>
              <a:t>نقدر</a:t>
            </a:r>
            <a:r>
              <a:rPr lang="en-US" dirty="0"/>
              <a:t> </a:t>
            </a:r>
            <a:r>
              <a:rPr lang="en-US" dirty="0" err="1"/>
              <a:t>نطوّر</a:t>
            </a:r>
            <a:r>
              <a:rPr lang="en-US" dirty="0"/>
              <a:t> </a:t>
            </a:r>
            <a:r>
              <a:rPr lang="en-US" dirty="0" err="1"/>
              <a:t>النظام</a:t>
            </a:r>
            <a:r>
              <a:rPr lang="en-US" dirty="0"/>
              <a:t> </a:t>
            </a:r>
            <a:r>
              <a:rPr lang="en-US" dirty="0" err="1"/>
              <a:t>ونضيف</a:t>
            </a:r>
            <a:r>
              <a:rPr lang="en-US" dirty="0"/>
              <a:t> </a:t>
            </a:r>
            <a:r>
              <a:rPr lang="en-US" dirty="0" err="1"/>
              <a:t>التحسينات</a:t>
            </a:r>
            <a:r>
              <a:rPr lang="en-US" dirty="0"/>
              <a:t> </a:t>
            </a:r>
            <a:r>
              <a:rPr lang="en-US" dirty="0" err="1"/>
              <a:t>المناسبة</a:t>
            </a:r>
            <a:r>
              <a:rPr lang="en-US" dirty="0"/>
              <a:t> </a:t>
            </a:r>
            <a:r>
              <a:rPr lang="en-US" dirty="0" err="1"/>
              <a:t>لاحتياجات</a:t>
            </a:r>
            <a:r>
              <a:rPr lang="en-US" dirty="0"/>
              <a:t> </a:t>
            </a:r>
            <a:r>
              <a:rPr lang="en-US" dirty="0" err="1"/>
              <a:t>المستخدمين</a:t>
            </a:r>
            <a:r>
              <a:rPr lang="en-US" dirty="0"/>
              <a:t>.</a:t>
            </a:r>
          </a:p>
          <a:p>
            <a:r>
              <a:rPr lang="en-US" dirty="0" err="1"/>
              <a:t>شكرًا</a:t>
            </a:r>
            <a:r>
              <a:rPr lang="en-US" dirty="0"/>
              <a:t> </a:t>
            </a:r>
            <a:r>
              <a:rPr lang="en-US" dirty="0" err="1"/>
              <a:t>لحضراتكم</a:t>
            </a:r>
            <a:r>
              <a:rPr lang="en-US" dirty="0"/>
              <a:t>، </a:t>
            </a:r>
            <a:r>
              <a:rPr lang="en-US" dirty="0" err="1"/>
              <a:t>وإحنا</a:t>
            </a:r>
            <a:r>
              <a:rPr lang="en-US" dirty="0"/>
              <a:t> </a:t>
            </a:r>
            <a:r>
              <a:rPr lang="en-US" dirty="0" err="1"/>
              <a:t>مستعدين</a:t>
            </a:r>
            <a:r>
              <a:rPr lang="en-US" dirty="0"/>
              <a:t> </a:t>
            </a:r>
            <a:r>
              <a:rPr lang="en-US" dirty="0" err="1"/>
              <a:t>للإجابة</a:t>
            </a:r>
            <a:r>
              <a:rPr lang="en-US" dirty="0"/>
              <a:t> </a:t>
            </a:r>
            <a:r>
              <a:rPr lang="en-US" dirty="0" err="1"/>
              <a:t>عن</a:t>
            </a:r>
            <a:r>
              <a:rPr lang="en-US" dirty="0"/>
              <a:t> </a:t>
            </a:r>
            <a:r>
              <a:rPr lang="en-US" dirty="0" err="1"/>
              <a:t>أي</a:t>
            </a:r>
            <a:r>
              <a:rPr lang="en-US" dirty="0"/>
              <a:t> </a:t>
            </a:r>
            <a:r>
              <a:rPr lang="en-US" dirty="0" err="1"/>
              <a:t>أسئلة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2102-BC4D-4611-A9CC-A7A70C2357C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18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08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45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8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78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5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68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006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493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347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50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442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73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5379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00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258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311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8140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3452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1541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584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1237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18834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743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397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112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710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8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FB363F5-F236-4DD5-94B5-82754F7DAA4E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0FC3212-3B13-4849-B002-75914EB6F3E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341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3920-BC84-0480-5205-F3B4C63B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59229"/>
            <a:ext cx="11631478" cy="259965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 MANAGEMENT SYSTEM</a:t>
            </a:r>
            <a:br>
              <a:rPr lang="ar-EG" b="1" dirty="0"/>
            </a:br>
            <a:br>
              <a:rPr lang="en-US" b="1" dirty="0"/>
            </a:br>
            <a:r>
              <a:rPr lang="en-US" sz="2700" dirty="0">
                <a:solidFill>
                  <a:srgbClr val="FF9966"/>
                </a:solidFill>
              </a:rPr>
              <a:t>A digital solution for organizing library books, improving search, and managing library records.</a:t>
            </a:r>
            <a:br>
              <a:rPr lang="en-US" sz="2700" dirty="0">
                <a:solidFill>
                  <a:srgbClr val="FF9966"/>
                </a:solidFill>
              </a:rPr>
            </a:br>
            <a:endParaRPr lang="en-US" sz="2700" dirty="0">
              <a:solidFill>
                <a:srgbClr val="FF9966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B22CD-77F6-A938-4C2B-0AF0A66B6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3899113"/>
            <a:ext cx="7235954" cy="2223389"/>
          </a:xfrm>
        </p:spPr>
        <p:txBody>
          <a:bodyPr/>
          <a:lstStyle/>
          <a:p>
            <a:r>
              <a:rPr lang="en-US" sz="3200" b="1" dirty="0">
                <a:solidFill>
                  <a:srgbClr val="FFC000"/>
                </a:solidFill>
              </a:rPr>
              <a:t>TEAM MEMBERS</a:t>
            </a:r>
            <a:endParaRPr lang="en-US" sz="3200" dirty="0">
              <a:solidFill>
                <a:srgbClr val="FFC000"/>
              </a:solidFill>
            </a:endParaRPr>
          </a:p>
          <a:p>
            <a:r>
              <a:rPr lang="en-US" sz="2400" dirty="0">
                <a:solidFill>
                  <a:srgbClr val="FF9966"/>
                </a:solidFill>
              </a:rPr>
              <a:t>Youmna Elsayed </a:t>
            </a:r>
            <a:r>
              <a:rPr lang="en-US" sz="2400" dirty="0" err="1">
                <a:solidFill>
                  <a:srgbClr val="FF9966"/>
                </a:solidFill>
              </a:rPr>
              <a:t>Elhanafy</a:t>
            </a:r>
            <a:r>
              <a:rPr lang="en-US" sz="2400" dirty="0">
                <a:solidFill>
                  <a:srgbClr val="FF9966"/>
                </a:solidFill>
              </a:rPr>
              <a:t> </a:t>
            </a:r>
          </a:p>
          <a:p>
            <a:r>
              <a:rPr lang="en-US" sz="2400" dirty="0">
                <a:solidFill>
                  <a:srgbClr val="FF9966"/>
                </a:solidFill>
              </a:rPr>
              <a:t>Malak Hamdy Mahmoud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70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BBC6-01AE-F975-B76C-7403762F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BE018-4DFD-AF3A-3DB5-8FA5B329E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55490-C47F-E588-7EE7-9BD4E245B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1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876C-5147-4185-A831-CB12597F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DB051-4819-F880-330F-528069B25B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010F98-0BE0-9019-B3DC-1E3CD703E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85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2C76-7F33-D5BD-32C7-6BD1E72F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CCC03-A6A3-BF87-1F5A-EB89BB368E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C0896-ED06-4309-B8B6-DD56D3D38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39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1E46-4830-6A3C-DED7-E0F3A5C2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6F8F5F-B110-2518-B127-15A76E45B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D19BA-E119-4F92-9ED6-5C1A1433C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8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95B1B-740A-BBA8-839F-98B5148C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B2CE5-CAEA-1951-6071-1D9DDF883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996DC-B3B4-2765-3CAB-52F89D146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3F3B0A-D1DF-B8B0-7130-77AFED9AD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76" y="1465243"/>
            <a:ext cx="5508434" cy="4259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4A169D-66C2-55A5-58CF-F79D8A895C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493" y="1465243"/>
            <a:ext cx="5401731" cy="42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9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2919-0330-87A6-F019-2A3100E5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7490C-C75A-76BD-E469-5ABB227D1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FF6E7-B0AE-D190-6648-2285133EC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B47703-7CF7-00A5-8C55-E884B40D1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60" y="1465243"/>
            <a:ext cx="5519450" cy="4259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2B05C9-BA68-8766-ED15-1494A6888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493" y="1447025"/>
            <a:ext cx="5412747" cy="425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27627-F2D6-F709-76BB-86E7CCEC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5FF5C-A2EB-37B3-EE31-3C79A17950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8AF65-EDF5-F13B-03C3-BAA6BA008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B9C7B2-8AA6-3530-FCDA-84E35AF60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88" y="1391825"/>
            <a:ext cx="5603912" cy="43329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2DC9BA-A1FA-1DD0-9039-B394CA301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663" y="1391827"/>
            <a:ext cx="5357249" cy="433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66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6593-8732-620D-B501-51553ABF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D439A-298B-82C9-5895-91454B3EE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47723-CF14-C7F8-DD46-43E99576A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99E08D-C6EB-9201-4FAB-82A2BFC26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10" y="1454228"/>
            <a:ext cx="5567189" cy="427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85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1C7A-6DA0-A759-D775-AD3D36DF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A6FB0-EA62-6E02-F03B-46E694325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45B3D-29AD-E2A0-2742-1023C412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810E6B-721B-E952-C0D3-9F4CA5CD4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43" y="1410159"/>
            <a:ext cx="5611258" cy="431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9D23-7F8F-3CB8-D4D7-8ECE49E74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4F23C5-76D4-DF6A-663E-5CD337D05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924C5-1F5D-7D55-EF01-71D919974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" y="0"/>
            <a:ext cx="12179926" cy="6845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0258F7-8F2F-F372-84E0-294713E48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26" y="1443210"/>
            <a:ext cx="5556174" cy="4281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3B4E0D-949F-2749-3CE4-56DE2FFB14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075" y="1443210"/>
            <a:ext cx="5318099" cy="428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55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5BC6-9623-2AFD-6677-808B87B9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D6781-3554-C67E-806E-C85BC452D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45732-0F87-CF63-D754-3B4FB763E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174"/>
            <a:ext cx="1217992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5504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57</TotalTime>
  <Words>452</Words>
  <Application>Microsoft Office PowerPoint</Application>
  <PresentationFormat>Widescreen</PresentationFormat>
  <Paragraphs>31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Arial Nova Light</vt:lpstr>
      <vt:lpstr>Dark Gradient</vt:lpstr>
      <vt:lpstr>LIBRARY MANAGEMENT SYSTEM  A digital solution for organizing library books, improving search, and managing library records.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yomna gad</dc:creator>
  <cp:lastModifiedBy>yomna gad</cp:lastModifiedBy>
  <cp:revision>1</cp:revision>
  <dcterms:created xsi:type="dcterms:W3CDTF">2026-10-23T11:45:04Z</dcterms:created>
  <dcterms:modified xsi:type="dcterms:W3CDTF">2026-10-23T12:42:52Z</dcterms:modified>
</cp:coreProperties>
</file>